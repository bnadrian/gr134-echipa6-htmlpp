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57" autoAdjust="0"/>
  </p:normalViewPr>
  <p:slideViewPr>
    <p:cSldViewPr>
      <p:cViewPr varScale="1">
        <p:scale>
          <a:sx n="105" d="100"/>
          <a:sy n="105" d="100"/>
        </p:scale>
        <p:origin x="139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HTML Pretty Printer - </a:t>
            </a:r>
            <a:r>
              <a:rPr lang="en-US" sz="6000" dirty="0" err="1"/>
              <a:t>Formator</a:t>
            </a:r>
            <a:r>
              <a:rPr lang="en-US" sz="6000" dirty="0"/>
              <a:t> Automat de Cod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Echipa</a:t>
            </a:r>
            <a:r>
              <a:rPr lang="en-US" dirty="0"/>
              <a:t> 6: </a:t>
            </a:r>
            <a:r>
              <a:rPr lang="en-US" dirty="0" err="1"/>
              <a:t>Balaban</a:t>
            </a:r>
            <a:r>
              <a:rPr lang="en-US" dirty="0"/>
              <a:t> </a:t>
            </a:r>
            <a:r>
              <a:rPr lang="en-US" dirty="0" err="1"/>
              <a:t>Nicolae</a:t>
            </a:r>
            <a:r>
              <a:rPr lang="en-US" dirty="0"/>
              <a:t>-Adrian &amp; </a:t>
            </a:r>
            <a:r>
              <a:rPr lang="en-US" dirty="0" err="1"/>
              <a:t>Lupu</a:t>
            </a:r>
            <a:r>
              <a:rPr lang="en-US" dirty="0"/>
              <a:t> </a:t>
            </a:r>
            <a:r>
              <a:rPr lang="en-US" dirty="0" err="1"/>
              <a:t>Mattias</a:t>
            </a:r>
            <a:r>
              <a:rPr lang="en-US" dirty="0"/>
              <a:t>-Andrea</a:t>
            </a:r>
          </a:p>
        </p:txBody>
      </p:sp>
    </p:spTree>
    <p:extLst>
      <p:ext uri="{BB962C8B-B14F-4D97-AF65-F5344CB8AC3E}">
        <p14:creationId xmlns:p14="http://schemas.microsoft.com/office/powerpoint/2010/main" val="1022632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924800" cy="685482"/>
          </a:xfrm>
        </p:spPr>
        <p:txBody>
          <a:bodyPr/>
          <a:lstStyle/>
          <a:p>
            <a:r>
              <a:rPr lang="en-US" dirty="0"/>
              <a:t>I. </a:t>
            </a:r>
            <a:r>
              <a:rPr lang="en-US" dirty="0" err="1"/>
              <a:t>Rezumat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7924800" cy="4373563"/>
          </a:xfrm>
        </p:spPr>
        <p:txBody>
          <a:bodyPr/>
          <a:lstStyle/>
          <a:p>
            <a:r>
              <a:rPr lang="en-US" dirty="0" err="1"/>
              <a:t>Rezumat</a:t>
            </a:r>
            <a:r>
              <a:rPr lang="en-US" dirty="0"/>
              <a:t>: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err="1"/>
              <a:t>Scriptul</a:t>
            </a:r>
            <a:r>
              <a:rPr lang="en-US" dirty="0"/>
              <a:t> </a:t>
            </a:r>
            <a:r>
              <a:rPr lang="en-US" dirty="0" err="1"/>
              <a:t>analizeaza</a:t>
            </a:r>
            <a:r>
              <a:rPr lang="en-US" dirty="0"/>
              <a:t> </a:t>
            </a:r>
            <a:r>
              <a:rPr lang="en-US" dirty="0" err="1"/>
              <a:t>fisierele</a:t>
            </a:r>
            <a:r>
              <a:rPr lang="en-US" dirty="0"/>
              <a:t> HTML brute </a:t>
            </a:r>
            <a:r>
              <a:rPr lang="en-US" dirty="0" err="1"/>
              <a:t>si</a:t>
            </a:r>
            <a:r>
              <a:rPr lang="en-US" dirty="0"/>
              <a:t> le </a:t>
            </a:r>
            <a:r>
              <a:rPr lang="en-US" dirty="0" err="1"/>
              <a:t>formateaza</a:t>
            </a:r>
            <a:r>
              <a:rPr lang="en-US" dirty="0"/>
              <a:t> </a:t>
            </a:r>
            <a:r>
              <a:rPr lang="en-US" dirty="0" err="1"/>
              <a:t>ierarhic</a:t>
            </a:r>
            <a:r>
              <a:rPr lang="en-US" dirty="0"/>
              <a:t>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cresterea</a:t>
            </a:r>
            <a:r>
              <a:rPr lang="en-US" dirty="0"/>
              <a:t> </a:t>
            </a:r>
            <a:r>
              <a:rPr lang="en-US" dirty="0" err="1"/>
              <a:t>lizibilitatii</a:t>
            </a:r>
            <a:r>
              <a:rPr lang="en-US" dirty="0"/>
              <a:t> </a:t>
            </a:r>
            <a:r>
              <a:rPr lang="en-US" dirty="0" err="1"/>
              <a:t>codului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indentare</a:t>
            </a:r>
            <a:r>
              <a:rPr lang="en-US" dirty="0"/>
              <a:t> automata;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err="1"/>
              <a:t>Utilizeaza</a:t>
            </a:r>
            <a:r>
              <a:rPr lang="en-US" dirty="0"/>
              <a:t> </a:t>
            </a:r>
            <a:r>
              <a:rPr lang="en-US" dirty="0" err="1"/>
              <a:t>manipulare</a:t>
            </a:r>
            <a:r>
              <a:rPr lang="en-US" dirty="0"/>
              <a:t> </a:t>
            </a:r>
            <a:r>
              <a:rPr lang="en-US" dirty="0" err="1"/>
              <a:t>avansata</a:t>
            </a:r>
            <a:r>
              <a:rPr lang="en-US" dirty="0"/>
              <a:t> de string-</a:t>
            </a:r>
            <a:r>
              <a:rPr lang="en-US" dirty="0" err="1"/>
              <a:t>uri</a:t>
            </a:r>
            <a:r>
              <a:rPr lang="en-US" dirty="0"/>
              <a:t> in Bash </a:t>
            </a:r>
            <a:r>
              <a:rPr lang="en-US" dirty="0" err="1"/>
              <a:t>si</a:t>
            </a:r>
            <a:r>
              <a:rPr lang="en-US" dirty="0"/>
              <a:t> pre-</a:t>
            </a:r>
            <a:r>
              <a:rPr lang="en-US" dirty="0" err="1"/>
              <a:t>procesare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(standard stream editor)</a:t>
            </a:r>
          </a:p>
          <a:p>
            <a:pPr marL="342900" indent="-342900">
              <a:buFont typeface="Arial" pitchFamily="34" charset="0"/>
              <a:buChar char="•"/>
            </a:pPr>
            <a:endParaRPr lang="en-US" dirty="0"/>
          </a:p>
          <a:p>
            <a:r>
              <a:rPr lang="en-US" dirty="0"/>
              <a:t>Link Repository: https://github.com/BNAdrian/Gr134-Echipa6-HTMLPP</a:t>
            </a:r>
          </a:p>
        </p:txBody>
      </p:sp>
    </p:spTree>
    <p:extLst>
      <p:ext uri="{BB962C8B-B14F-4D97-AF65-F5344CB8AC3E}">
        <p14:creationId xmlns:p14="http://schemas.microsoft.com/office/powerpoint/2010/main" val="2270849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971800"/>
            <a:ext cx="7239000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II. </a:t>
            </a:r>
            <a:r>
              <a:rPr lang="en-US" dirty="0" err="1"/>
              <a:t>Descrierea</a:t>
            </a:r>
            <a:r>
              <a:rPr lang="en-US" u="sng" dirty="0"/>
              <a:t> </a:t>
            </a:r>
            <a:r>
              <a:rPr lang="en-US" u="sng" dirty="0" err="1"/>
              <a:t>utilitarelor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513621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II.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utilitarelor</a:t>
            </a:r>
            <a:r>
              <a:rPr lang="en-US" dirty="0"/>
              <a:t> 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i="1" u="sng" dirty="0"/>
              <a:t>Flux </a:t>
            </a:r>
            <a:r>
              <a:rPr lang="en-US" sz="2600" i="1" u="sng" dirty="0" err="1"/>
              <a:t>si</a:t>
            </a:r>
            <a:r>
              <a:rPr lang="en-US" sz="2600" i="1" u="sng" dirty="0"/>
              <a:t> Input :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 err="1"/>
              <a:t>sed</a:t>
            </a:r>
            <a:r>
              <a:rPr lang="en-US" dirty="0"/>
              <a:t>  ( Stream Editor ) :</a:t>
            </a:r>
          </a:p>
          <a:p>
            <a:pPr lvl="1"/>
            <a:r>
              <a:rPr lang="en-US" dirty="0" err="1"/>
              <a:t>Rol</a:t>
            </a:r>
            <a:r>
              <a:rPr lang="en-US" dirty="0"/>
              <a:t> critic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normalizarea</a:t>
            </a:r>
            <a:r>
              <a:rPr lang="en-US" dirty="0"/>
              <a:t> </a:t>
            </a:r>
            <a:r>
              <a:rPr lang="en-US" dirty="0" err="1"/>
              <a:t>inputului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sparge</a:t>
            </a:r>
            <a:r>
              <a:rPr lang="en-US" dirty="0"/>
              <a:t> </a:t>
            </a:r>
            <a:r>
              <a:rPr lang="en-US" dirty="0" err="1"/>
              <a:t>liniile</a:t>
            </a:r>
            <a:r>
              <a:rPr lang="en-US" dirty="0"/>
              <a:t> </a:t>
            </a:r>
            <a:r>
              <a:rPr lang="en-US" dirty="0" err="1"/>
              <a:t>compacte</a:t>
            </a:r>
            <a:r>
              <a:rPr lang="en-US" dirty="0"/>
              <a:t> </a:t>
            </a:r>
            <a:r>
              <a:rPr lang="en-US" dirty="0" err="1"/>
              <a:t>înainte</a:t>
            </a:r>
            <a:r>
              <a:rPr lang="en-US" dirty="0"/>
              <a:t> de </a:t>
            </a:r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logică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read ( in </a:t>
            </a:r>
            <a:r>
              <a:rPr lang="en-US" b="1" dirty="0" err="1"/>
              <a:t>bulca</a:t>
            </a:r>
            <a:r>
              <a:rPr lang="en-US" b="1" dirty="0"/>
              <a:t> while ) :</a:t>
            </a:r>
            <a:endParaRPr lang="en-US" dirty="0"/>
          </a:p>
          <a:p>
            <a:pPr lvl="1"/>
            <a:r>
              <a:rPr lang="en-US" dirty="0" err="1"/>
              <a:t>Citește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</a:t>
            </a:r>
            <a:r>
              <a:rPr lang="en-US" dirty="0" err="1"/>
              <a:t>procesat</a:t>
            </a:r>
            <a:r>
              <a:rPr lang="en-US" dirty="0"/>
              <a:t> </a:t>
            </a:r>
            <a:r>
              <a:rPr lang="en-US" dirty="0" err="1"/>
              <a:t>linie</a:t>
            </a:r>
            <a:r>
              <a:rPr lang="en-US" dirty="0"/>
              <a:t> cu </a:t>
            </a:r>
            <a:r>
              <a:rPr lang="en-US" dirty="0" err="1"/>
              <a:t>linie</a:t>
            </a:r>
            <a:r>
              <a:rPr lang="en-US" dirty="0"/>
              <a:t>.</a:t>
            </a:r>
            <a:endParaRPr lang="en-US" b="1" dirty="0"/>
          </a:p>
          <a:p>
            <a:pPr marL="457200" indent="-457200">
              <a:buFont typeface="+mj-lt"/>
              <a:buAutoNum type="arabicParenR"/>
            </a:pPr>
            <a:r>
              <a:rPr lang="en-US" b="1" dirty="0" err="1"/>
              <a:t>printf</a:t>
            </a:r>
            <a:r>
              <a:rPr lang="en-US" b="1" dirty="0"/>
              <a:t> :</a:t>
            </a:r>
            <a:endParaRPr lang="en-US" dirty="0"/>
          </a:p>
          <a:p>
            <a:pPr lvl="1"/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genera </a:t>
            </a:r>
            <a:r>
              <a:rPr lang="en-US" dirty="0" err="1"/>
              <a:t>indentarea</a:t>
            </a:r>
            <a:r>
              <a:rPr lang="en-US" dirty="0"/>
              <a:t> </a:t>
            </a:r>
            <a:r>
              <a:rPr lang="en-US" dirty="0" err="1"/>
              <a:t>vizuală</a:t>
            </a:r>
            <a:r>
              <a:rPr lang="en-US" dirty="0"/>
              <a:t> (</a:t>
            </a:r>
            <a:r>
              <a:rPr lang="en-US" dirty="0" err="1"/>
              <a:t>repetarea</a:t>
            </a:r>
            <a:r>
              <a:rPr lang="en-US" dirty="0"/>
              <a:t> </a:t>
            </a:r>
            <a:r>
              <a:rPr lang="en-US" dirty="0" err="1"/>
              <a:t>spațiilor</a:t>
            </a:r>
            <a:r>
              <a:rPr lang="en-US" dirty="0"/>
              <a:t>),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flexibil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echo.</a:t>
            </a:r>
          </a:p>
          <a:p>
            <a:pPr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140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utilitarelor</a:t>
            </a:r>
            <a:r>
              <a:rPr lang="en-US" dirty="0"/>
              <a:t>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i="1" u="sng" dirty="0" err="1"/>
              <a:t>Manipulare</a:t>
            </a:r>
            <a:r>
              <a:rPr lang="en-US" sz="2600" i="1" u="sng" dirty="0"/>
              <a:t> String :</a:t>
            </a:r>
          </a:p>
          <a:p>
            <a:pPr marL="457200" lvl="0" indent="-457200">
              <a:buFont typeface="+mj-lt"/>
              <a:buAutoNum type="arabicParenR"/>
            </a:pPr>
            <a:r>
              <a:rPr lang="en-US" dirty="0"/>
              <a:t>Bash Parameter Expansion (</a:t>
            </a:r>
            <a:r>
              <a:rPr lang="en-US" dirty="0" err="1"/>
              <a:t>Alegere</a:t>
            </a:r>
            <a:r>
              <a:rPr lang="en-US" dirty="0"/>
              <a:t> </a:t>
            </a:r>
            <a:r>
              <a:rPr lang="en-US" dirty="0" err="1"/>
              <a:t>Tehnică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Am </a:t>
            </a:r>
            <a:r>
              <a:rPr lang="en-US" dirty="0" err="1"/>
              <a:t>folosit</a:t>
            </a:r>
            <a:r>
              <a:rPr lang="en-US" dirty="0"/>
              <a:t> ${</a:t>
            </a:r>
            <a:r>
              <a:rPr lang="en-US" dirty="0" err="1"/>
              <a:t>linie</a:t>
            </a:r>
            <a:r>
              <a:rPr lang="en-US" dirty="0"/>
              <a:t>%%...} </a:t>
            </a:r>
            <a:r>
              <a:rPr lang="en-US" dirty="0" err="1"/>
              <a:t>și</a:t>
            </a:r>
            <a:r>
              <a:rPr lang="en-US" dirty="0"/>
              <a:t> ${</a:t>
            </a:r>
            <a:r>
              <a:rPr lang="en-US" dirty="0" err="1"/>
              <a:t>linie</a:t>
            </a:r>
            <a:r>
              <a:rPr lang="en-US" dirty="0"/>
              <a:t>##...}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funcția</a:t>
            </a:r>
            <a:r>
              <a:rPr lang="en-US" dirty="0"/>
              <a:t> de </a:t>
            </a:r>
            <a:r>
              <a:rPr lang="en-US" b="1" dirty="0"/>
              <a:t>trim</a:t>
            </a:r>
            <a:r>
              <a:rPr lang="en-US" dirty="0"/>
              <a:t> (</a:t>
            </a:r>
            <a:r>
              <a:rPr lang="en-US" dirty="0" err="1"/>
              <a:t>eliminarea</a:t>
            </a:r>
            <a:r>
              <a:rPr lang="en-US" dirty="0"/>
              <a:t> </a:t>
            </a:r>
            <a:r>
              <a:rPr lang="en-US" dirty="0" err="1"/>
              <a:t>spațiilor</a:t>
            </a:r>
            <a:r>
              <a:rPr lang="en-US" dirty="0"/>
              <a:t> </a:t>
            </a:r>
            <a:r>
              <a:rPr lang="en-US" dirty="0" err="1"/>
              <a:t>albe</a:t>
            </a:r>
            <a:r>
              <a:rPr lang="en-US" dirty="0"/>
              <a:t>).</a:t>
            </a:r>
          </a:p>
          <a:p>
            <a:pPr lvl="1"/>
            <a:r>
              <a:rPr lang="en-US" i="1" u="sng" dirty="0" err="1"/>
              <a:t>Motiv</a:t>
            </a:r>
            <a:r>
              <a:rPr lang="en-US" i="1" u="sng" dirty="0"/>
              <a:t> </a:t>
            </a:r>
            <a:r>
              <a:rPr lang="en-US" b="1" dirty="0"/>
              <a:t>:</a:t>
            </a:r>
            <a:r>
              <a:rPr lang="en-US" dirty="0"/>
              <a:t> Este o </a:t>
            </a:r>
            <a:r>
              <a:rPr lang="en-US" dirty="0" err="1"/>
              <a:t>funcționalitate</a:t>
            </a:r>
            <a:r>
              <a:rPr lang="en-US" dirty="0"/>
              <a:t> </a:t>
            </a:r>
            <a:r>
              <a:rPr lang="en-US" dirty="0" err="1"/>
              <a:t>nativă</a:t>
            </a:r>
            <a:r>
              <a:rPr lang="en-US" dirty="0"/>
              <a:t> Bash,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rapidă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apelarea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extern (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awk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)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linie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parte.</a:t>
            </a:r>
          </a:p>
          <a:p>
            <a:pPr marL="457200" lvl="0" indent="-457200">
              <a:buFont typeface="+mj-lt"/>
              <a:buAutoNum type="arabicParenR"/>
            </a:pPr>
            <a:r>
              <a:rPr lang="en-US" dirty="0" err="1"/>
              <a:t>tr</a:t>
            </a:r>
            <a:r>
              <a:rPr lang="en-US" dirty="0"/>
              <a:t> (Translate):</a:t>
            </a:r>
          </a:p>
          <a:p>
            <a:pPr lvl="1"/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converti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tag-</a:t>
            </a:r>
            <a:r>
              <a:rPr lang="en-US" dirty="0" err="1"/>
              <a:t>urilor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litere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, </a:t>
            </a:r>
            <a:r>
              <a:rPr lang="en-US" dirty="0" err="1"/>
              <a:t>asigurând</a:t>
            </a:r>
            <a:r>
              <a:rPr lang="en-US" dirty="0"/>
              <a:t> </a:t>
            </a:r>
            <a:r>
              <a:rPr lang="en-US" dirty="0" err="1"/>
              <a:t>compatibilitatea</a:t>
            </a:r>
            <a:r>
              <a:rPr lang="en-US" dirty="0"/>
              <a:t> (case-insensitive).</a:t>
            </a:r>
          </a:p>
          <a:p>
            <a:pPr marL="800100" lvl="1" indent="-3429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538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971800"/>
            <a:ext cx="7239000" cy="838200"/>
          </a:xfrm>
        </p:spPr>
        <p:txBody>
          <a:bodyPr/>
          <a:lstStyle/>
          <a:p>
            <a:pPr algn="ctr"/>
            <a:r>
              <a:rPr lang="en-US" dirty="0"/>
              <a:t>III. </a:t>
            </a:r>
            <a:r>
              <a:rPr lang="en-US" dirty="0" err="1"/>
              <a:t>Secvente</a:t>
            </a:r>
            <a:r>
              <a:rPr lang="en-US" dirty="0"/>
              <a:t> de cod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49295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95334"/>
            <a:ext cx="5111750" cy="2089657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7400" y="2743200"/>
            <a:ext cx="2743200" cy="2133600"/>
          </a:xfrm>
        </p:spPr>
        <p:txBody>
          <a:bodyPr/>
          <a:lstStyle/>
          <a:p>
            <a:r>
              <a:rPr lang="en-US" sz="1800" dirty="0" err="1"/>
              <a:t>Explicatie</a:t>
            </a:r>
            <a:r>
              <a:rPr lang="en-US" sz="1800" dirty="0"/>
              <a:t>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/>
              <a:t>Prima </a:t>
            </a:r>
            <a:r>
              <a:rPr lang="en-US" sz="1400" b="0" dirty="0" err="1"/>
              <a:t>comandă</a:t>
            </a:r>
            <a:r>
              <a:rPr lang="en-US" sz="1400" b="0" dirty="0"/>
              <a:t> </a:t>
            </a:r>
            <a:r>
              <a:rPr lang="en-US" sz="1400" b="0" dirty="0" err="1"/>
              <a:t>separă</a:t>
            </a:r>
            <a:r>
              <a:rPr lang="en-US" sz="1400" b="0" dirty="0"/>
              <a:t> tag-</a:t>
            </a:r>
            <a:r>
              <a:rPr lang="en-US" sz="1400" b="0" dirty="0" err="1"/>
              <a:t>urile</a:t>
            </a:r>
            <a:r>
              <a:rPr lang="en-US" sz="1400" b="0" dirty="0"/>
              <a:t> </a:t>
            </a:r>
            <a:r>
              <a:rPr lang="en-US" sz="1400" b="0" dirty="0" err="1"/>
              <a:t>pe</a:t>
            </a:r>
            <a:r>
              <a:rPr lang="en-US" sz="1400" b="0" dirty="0"/>
              <a:t> </a:t>
            </a:r>
            <a:r>
              <a:rPr lang="en-US" sz="1400" b="0" dirty="0" err="1"/>
              <a:t>linii</a:t>
            </a:r>
            <a:r>
              <a:rPr lang="en-US" sz="1400" b="0" dirty="0"/>
              <a:t> </a:t>
            </a:r>
            <a:r>
              <a:rPr lang="en-US" sz="1400" b="0" dirty="0" err="1"/>
              <a:t>noi</a:t>
            </a:r>
            <a:r>
              <a:rPr lang="en-US" sz="1400" b="0" dirty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err="1"/>
              <a:t>Urmează</a:t>
            </a:r>
            <a:r>
              <a:rPr lang="en-US" sz="1400" b="0" dirty="0"/>
              <a:t> </a:t>
            </a:r>
            <a:r>
              <a:rPr lang="en-US" sz="1400" b="0" dirty="0" err="1"/>
              <a:t>curățarea</a:t>
            </a:r>
            <a:r>
              <a:rPr lang="en-US" sz="1400" b="0" dirty="0"/>
              <a:t> </a:t>
            </a:r>
            <a:r>
              <a:rPr lang="en-US" sz="1400" b="0" dirty="0" err="1"/>
              <a:t>spațiilor</a:t>
            </a:r>
            <a:r>
              <a:rPr lang="en-US" sz="1400" b="0" dirty="0"/>
              <a:t> inutile </a:t>
            </a:r>
            <a:r>
              <a:rPr lang="en-US" sz="1400" b="0" dirty="0" err="1"/>
              <a:t>folosind</a:t>
            </a:r>
            <a:r>
              <a:rPr lang="en-US" sz="1400" b="0" dirty="0"/>
              <a:t> </a:t>
            </a:r>
            <a:r>
              <a:rPr lang="en-US" sz="1400" b="0" dirty="0" err="1"/>
              <a:t>sintaxa</a:t>
            </a:r>
            <a:r>
              <a:rPr lang="en-US" sz="1400" b="0" dirty="0"/>
              <a:t> </a:t>
            </a:r>
            <a:r>
              <a:rPr lang="en-US" sz="1400" b="0" dirty="0" err="1"/>
              <a:t>nativă</a:t>
            </a:r>
            <a:r>
              <a:rPr lang="en-US" sz="1400" b="0" dirty="0"/>
              <a:t> Bash.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III. </a:t>
            </a:r>
            <a:r>
              <a:rPr lang="en-US" dirty="0" err="1"/>
              <a:t>Secvente</a:t>
            </a:r>
            <a:r>
              <a:rPr lang="en-US" dirty="0"/>
              <a:t> de cod </a:t>
            </a:r>
            <a:r>
              <a:rPr lang="en-US" dirty="0" err="1"/>
              <a:t>Preprocesarea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219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62600" y="2819400"/>
            <a:ext cx="3048000" cy="1981200"/>
          </a:xfrm>
        </p:spPr>
        <p:txBody>
          <a:bodyPr/>
          <a:lstStyle/>
          <a:p>
            <a:r>
              <a:rPr lang="en-US" sz="1800" dirty="0" err="1"/>
              <a:t>Explicatie</a:t>
            </a:r>
            <a:r>
              <a:rPr lang="en-US" sz="1800" dirty="0"/>
              <a:t>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/>
              <a:t>O </a:t>
            </a:r>
            <a:r>
              <a:rPr lang="en-US" sz="1400" b="0" dirty="0" err="1"/>
              <a:t>funcție</a:t>
            </a:r>
            <a:r>
              <a:rPr lang="en-US" sz="1400" b="0" dirty="0"/>
              <a:t> </a:t>
            </a:r>
            <a:r>
              <a:rPr lang="en-US" sz="1400" b="0" dirty="0" err="1"/>
              <a:t>modulară</a:t>
            </a:r>
            <a:r>
              <a:rPr lang="en-US" sz="1400" b="0" dirty="0"/>
              <a:t> care </a:t>
            </a:r>
            <a:r>
              <a:rPr lang="en-US" sz="1400" b="0" dirty="0" err="1"/>
              <a:t>printează</a:t>
            </a:r>
            <a:r>
              <a:rPr lang="en-US" sz="1400" b="0" dirty="0"/>
              <a:t> string-</a:t>
            </a:r>
            <a:r>
              <a:rPr lang="en-US" sz="1400" b="0" dirty="0" err="1"/>
              <a:t>ul</a:t>
            </a:r>
            <a:r>
              <a:rPr lang="en-US" sz="1400" b="0" dirty="0"/>
              <a:t> de </a:t>
            </a:r>
            <a:r>
              <a:rPr lang="en-US" sz="1400" b="0" dirty="0" err="1"/>
              <a:t>indentare</a:t>
            </a:r>
            <a:r>
              <a:rPr lang="en-US" sz="1400" b="0" dirty="0"/>
              <a:t> (2 </a:t>
            </a:r>
            <a:r>
              <a:rPr lang="en-US" sz="1400" b="0" dirty="0" err="1"/>
              <a:t>spații</a:t>
            </a:r>
            <a:r>
              <a:rPr lang="en-US" sz="1400" b="0" dirty="0"/>
              <a:t>) de n </a:t>
            </a:r>
            <a:r>
              <a:rPr lang="en-US" sz="1400" b="0" dirty="0" err="1"/>
              <a:t>ori</a:t>
            </a:r>
            <a:r>
              <a:rPr lang="en-US" sz="1400" b="0" dirty="0"/>
              <a:t>, </a:t>
            </a:r>
            <a:r>
              <a:rPr lang="en-US" sz="1400" b="0" dirty="0" err="1"/>
              <a:t>unde</a:t>
            </a:r>
            <a:r>
              <a:rPr lang="en-US" sz="1400" b="0" dirty="0"/>
              <a:t> n </a:t>
            </a:r>
            <a:r>
              <a:rPr lang="en-US" sz="1400" b="0" dirty="0" err="1"/>
              <a:t>este</a:t>
            </a:r>
            <a:r>
              <a:rPr lang="en-US" sz="1400" b="0" dirty="0"/>
              <a:t> </a:t>
            </a:r>
            <a:r>
              <a:rPr lang="en-US" sz="1400" b="0" dirty="0" err="1"/>
              <a:t>nivelul</a:t>
            </a:r>
            <a:r>
              <a:rPr lang="en-US" sz="1400" b="0" dirty="0"/>
              <a:t> </a:t>
            </a:r>
            <a:r>
              <a:rPr lang="en-US" sz="1400" b="0" dirty="0" err="1"/>
              <a:t>curent</a:t>
            </a:r>
            <a:r>
              <a:rPr lang="en-US" sz="1400" b="0" dirty="0"/>
              <a:t> de </a:t>
            </a:r>
            <a:r>
              <a:rPr lang="en-US" sz="1400" b="0" dirty="0" err="1"/>
              <a:t>adâncime</a:t>
            </a:r>
            <a:r>
              <a:rPr lang="en-US" sz="1400" b="0" dirty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096000" cy="1142682"/>
          </a:xfrm>
        </p:spPr>
        <p:txBody>
          <a:bodyPr>
            <a:normAutofit fontScale="90000"/>
          </a:bodyPr>
          <a:lstStyle/>
          <a:p>
            <a:r>
              <a:rPr lang="en-US" dirty="0"/>
              <a:t>III. </a:t>
            </a:r>
            <a:r>
              <a:rPr lang="en-US" dirty="0" err="1"/>
              <a:t>Secvente</a:t>
            </a:r>
            <a:r>
              <a:rPr lang="en-US" dirty="0"/>
              <a:t> de cod </a:t>
            </a:r>
            <a:r>
              <a:rPr lang="en-US" dirty="0" err="1"/>
              <a:t>Functia</a:t>
            </a:r>
            <a:r>
              <a:rPr lang="en-US" dirty="0"/>
              <a:t> de </a:t>
            </a:r>
            <a:r>
              <a:rPr lang="en-US" dirty="0" err="1"/>
              <a:t>indentare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734856"/>
            <a:ext cx="5111750" cy="4363012"/>
          </a:xfrm>
        </p:spPr>
      </p:pic>
    </p:spTree>
    <p:extLst>
      <p:ext uri="{BB962C8B-B14F-4D97-AF65-F5344CB8AC3E}">
        <p14:creationId xmlns:p14="http://schemas.microsoft.com/office/powerpoint/2010/main" val="362096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00" y="3200400"/>
            <a:ext cx="3581400" cy="1828800"/>
          </a:xfrm>
        </p:spPr>
        <p:txBody>
          <a:bodyPr/>
          <a:lstStyle/>
          <a:p>
            <a:r>
              <a:rPr lang="en-US" sz="1800" dirty="0" err="1"/>
              <a:t>Explicatie</a:t>
            </a:r>
            <a:r>
              <a:rPr lang="en-US" sz="1800" dirty="0"/>
              <a:t>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err="1"/>
              <a:t>Nivelul</a:t>
            </a:r>
            <a:r>
              <a:rPr lang="en-US" sz="1400" b="0" dirty="0"/>
              <a:t> </a:t>
            </a:r>
            <a:r>
              <a:rPr lang="en-US" sz="1400" b="0" dirty="0" err="1"/>
              <a:t>scade</a:t>
            </a:r>
            <a:r>
              <a:rPr lang="en-US" sz="1400" b="0" dirty="0"/>
              <a:t> </a:t>
            </a:r>
            <a:r>
              <a:rPr lang="en-US" sz="1400" b="0" i="1" dirty="0" err="1"/>
              <a:t>înainte</a:t>
            </a:r>
            <a:r>
              <a:rPr lang="en-US" sz="1400" b="0" dirty="0"/>
              <a:t> de </a:t>
            </a:r>
            <a:r>
              <a:rPr lang="en-US" sz="1400" b="0" dirty="0" err="1"/>
              <a:t>printare</a:t>
            </a:r>
            <a:r>
              <a:rPr lang="en-US" sz="1400" b="0" dirty="0"/>
              <a:t> </a:t>
            </a:r>
            <a:r>
              <a:rPr lang="en-US" sz="1400" b="0" dirty="0" err="1"/>
              <a:t>pentru</a:t>
            </a:r>
            <a:r>
              <a:rPr lang="en-US" sz="1400" b="0" dirty="0"/>
              <a:t> tag-</a:t>
            </a:r>
            <a:r>
              <a:rPr lang="en-US" sz="1400" b="0" dirty="0" err="1"/>
              <a:t>urile</a:t>
            </a:r>
            <a:r>
              <a:rPr lang="en-US" sz="1400" b="0" dirty="0"/>
              <a:t> de </a:t>
            </a:r>
            <a:r>
              <a:rPr lang="en-US" sz="1400" b="0" dirty="0" err="1"/>
              <a:t>închidere</a:t>
            </a:r>
            <a:r>
              <a:rPr lang="en-US" sz="1400" b="0" dirty="0"/>
              <a:t>, </a:t>
            </a:r>
            <a:r>
              <a:rPr lang="en-US" sz="1400" b="0" dirty="0" err="1"/>
              <a:t>astfel</a:t>
            </a:r>
            <a:r>
              <a:rPr lang="en-US" sz="1400" b="0" dirty="0"/>
              <a:t> </a:t>
            </a:r>
            <a:r>
              <a:rPr lang="en-US" sz="1400" b="0" dirty="0" err="1"/>
              <a:t>încât</a:t>
            </a:r>
            <a:r>
              <a:rPr lang="en-US" sz="1400" b="0" dirty="0"/>
              <a:t> &lt;/div&gt; </a:t>
            </a:r>
            <a:r>
              <a:rPr lang="en-US" sz="1400" b="0" dirty="0" err="1"/>
              <a:t>să</a:t>
            </a:r>
            <a:r>
              <a:rPr lang="en-US" sz="1400" b="0" dirty="0"/>
              <a:t> se </a:t>
            </a:r>
            <a:r>
              <a:rPr lang="en-US" sz="1400" b="0" dirty="0" err="1"/>
              <a:t>alinieze</a:t>
            </a:r>
            <a:r>
              <a:rPr lang="en-US" sz="1400" b="0" dirty="0"/>
              <a:t> cu &lt;div&gt;-</a:t>
            </a:r>
            <a:r>
              <a:rPr lang="en-US" sz="1400" b="0" dirty="0" err="1"/>
              <a:t>ul</a:t>
            </a:r>
            <a:r>
              <a:rPr lang="en-US" sz="1400" b="0" dirty="0"/>
              <a:t> </a:t>
            </a:r>
            <a:r>
              <a:rPr lang="en-US" sz="1400" b="0" dirty="0" err="1"/>
              <a:t>corespunzător</a:t>
            </a:r>
            <a:r>
              <a:rPr lang="en-US" sz="1400" b="0" dirty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218882"/>
          </a:xfrm>
        </p:spPr>
        <p:txBody>
          <a:bodyPr>
            <a:normAutofit fontScale="90000"/>
          </a:bodyPr>
          <a:lstStyle/>
          <a:p>
            <a:r>
              <a:rPr lang="en-US" dirty="0"/>
              <a:t>III. </a:t>
            </a:r>
            <a:r>
              <a:rPr lang="en-US" dirty="0" err="1"/>
              <a:t>Secvente</a:t>
            </a:r>
            <a:r>
              <a:rPr lang="en-US" dirty="0"/>
              <a:t> de cod </a:t>
            </a:r>
            <a:r>
              <a:rPr lang="en-US" dirty="0" err="1"/>
              <a:t>Logica</a:t>
            </a:r>
            <a:r>
              <a:rPr lang="en-US" dirty="0"/>
              <a:t> de </a:t>
            </a:r>
            <a:r>
              <a:rPr lang="en-US" dirty="0" err="1"/>
              <a:t>inchidere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19" y="2730334"/>
            <a:ext cx="3839111" cy="2372056"/>
          </a:xfrm>
        </p:spPr>
      </p:pic>
    </p:spTree>
    <p:extLst>
      <p:ext uri="{BB962C8B-B14F-4D97-AF65-F5344CB8AC3E}">
        <p14:creationId xmlns:p14="http://schemas.microsoft.com/office/powerpoint/2010/main" val="3193683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351" y="4495800"/>
            <a:ext cx="8229600" cy="1295400"/>
          </a:xfrm>
        </p:spPr>
        <p:txBody>
          <a:bodyPr/>
          <a:lstStyle/>
          <a:p>
            <a:r>
              <a:rPr lang="en-US" sz="1800" dirty="0" err="1"/>
              <a:t>Explicatie</a:t>
            </a:r>
            <a:r>
              <a:rPr lang="en-US" sz="1800" dirty="0"/>
              <a:t>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/>
              <a:t>Nu </a:t>
            </a:r>
            <a:r>
              <a:rPr lang="en-US" sz="1400" b="0" dirty="0" err="1"/>
              <a:t>toate</a:t>
            </a:r>
            <a:r>
              <a:rPr lang="en-US" sz="1400" b="0" dirty="0"/>
              <a:t> tag-</a:t>
            </a:r>
            <a:r>
              <a:rPr lang="en-US" sz="1400" b="0" dirty="0" err="1"/>
              <a:t>urile</a:t>
            </a:r>
            <a:r>
              <a:rPr lang="en-US" sz="1400" b="0" dirty="0"/>
              <a:t> care </a:t>
            </a:r>
            <a:r>
              <a:rPr lang="en-US" sz="1400" b="0" dirty="0" err="1"/>
              <a:t>încep</a:t>
            </a:r>
            <a:r>
              <a:rPr lang="en-US" sz="1400" b="0" dirty="0"/>
              <a:t> cu &lt; </a:t>
            </a:r>
            <a:r>
              <a:rPr lang="en-US" sz="1400" b="0" dirty="0" err="1"/>
              <a:t>trebuie</a:t>
            </a:r>
            <a:r>
              <a:rPr lang="en-US" sz="1400" b="0" dirty="0"/>
              <a:t> </a:t>
            </a:r>
            <a:r>
              <a:rPr lang="en-US" sz="1400" b="0" dirty="0" err="1"/>
              <a:t>să</a:t>
            </a:r>
            <a:r>
              <a:rPr lang="en-US" sz="1400" b="0" dirty="0"/>
              <a:t> </a:t>
            </a:r>
            <a:r>
              <a:rPr lang="en-US" sz="1400" b="0" dirty="0" err="1"/>
              <a:t>crească</a:t>
            </a:r>
            <a:r>
              <a:rPr lang="en-US" sz="1400" b="0" dirty="0"/>
              <a:t> </a:t>
            </a:r>
            <a:r>
              <a:rPr lang="en-US" sz="1400" b="0" dirty="0" err="1"/>
              <a:t>indentarea</a:t>
            </a:r>
            <a:r>
              <a:rPr lang="en-US" sz="1400" b="0" dirty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err="1"/>
              <a:t>Verificăm</a:t>
            </a:r>
            <a:r>
              <a:rPr lang="en-US" sz="1400" b="0" dirty="0"/>
              <a:t> </a:t>
            </a:r>
            <a:r>
              <a:rPr lang="en-US" sz="1400" b="0" dirty="0" err="1"/>
              <a:t>dacă</a:t>
            </a:r>
            <a:r>
              <a:rPr lang="en-US" sz="1400" b="0" dirty="0"/>
              <a:t> tag-</a:t>
            </a:r>
            <a:r>
              <a:rPr lang="en-US" sz="1400" b="0" dirty="0" err="1"/>
              <a:t>ul</a:t>
            </a:r>
            <a:r>
              <a:rPr lang="en-US" sz="1400" b="0" dirty="0"/>
              <a:t> </a:t>
            </a:r>
            <a:r>
              <a:rPr lang="en-US" sz="1400" b="0" dirty="0" err="1"/>
              <a:t>curent</a:t>
            </a:r>
            <a:r>
              <a:rPr lang="en-US" sz="1400" b="0" dirty="0"/>
              <a:t> se </a:t>
            </a:r>
            <a:r>
              <a:rPr lang="en-US" sz="1400" b="0" dirty="0" err="1"/>
              <a:t>află</a:t>
            </a:r>
            <a:r>
              <a:rPr lang="en-US" sz="1400" b="0" dirty="0"/>
              <a:t> </a:t>
            </a:r>
            <a:r>
              <a:rPr lang="en-US" sz="1400" b="0" dirty="0" err="1"/>
              <a:t>în</a:t>
            </a:r>
            <a:r>
              <a:rPr lang="en-US" sz="1400" b="0" dirty="0"/>
              <a:t> </a:t>
            </a:r>
            <a:r>
              <a:rPr lang="en-US" sz="1400" b="0" dirty="0" err="1"/>
              <a:t>lista</a:t>
            </a:r>
            <a:r>
              <a:rPr lang="en-US" sz="1400" b="0" dirty="0"/>
              <a:t> VOID_TAGS (ex: </a:t>
            </a:r>
            <a:r>
              <a:rPr lang="en-US" sz="1400" b="0" dirty="0" err="1"/>
              <a:t>img</a:t>
            </a:r>
            <a:r>
              <a:rPr lang="en-US" sz="1400" b="0" dirty="0"/>
              <a:t>, link, etc.). </a:t>
            </a:r>
            <a:r>
              <a:rPr lang="en-US" sz="1400" b="0" dirty="0" err="1"/>
              <a:t>Dacă</a:t>
            </a:r>
            <a:r>
              <a:rPr lang="en-US" sz="1400" b="0" dirty="0"/>
              <a:t> da, nu </a:t>
            </a:r>
            <a:r>
              <a:rPr lang="en-US" sz="1400" b="0" dirty="0" err="1"/>
              <a:t>modificăm</a:t>
            </a:r>
            <a:r>
              <a:rPr lang="en-US" sz="1400" b="0" dirty="0"/>
              <a:t> </a:t>
            </a:r>
            <a:r>
              <a:rPr lang="en-US" sz="1400" b="0" dirty="0" err="1"/>
              <a:t>nivelul</a:t>
            </a:r>
            <a:r>
              <a:rPr lang="en-US" sz="1400" b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851" y="76200"/>
            <a:ext cx="8610600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III. </a:t>
            </a:r>
            <a:r>
              <a:rPr lang="en-US" dirty="0" err="1"/>
              <a:t>Secvente</a:t>
            </a:r>
            <a:r>
              <a:rPr lang="en-US" dirty="0"/>
              <a:t> de cod </a:t>
            </a:r>
            <a:r>
              <a:rPr lang="en-US" dirty="0" err="1"/>
              <a:t>Gestionarea</a:t>
            </a:r>
            <a:r>
              <a:rPr lang="en-US" dirty="0"/>
              <a:t> tag-</a:t>
            </a:r>
            <a:r>
              <a:rPr lang="en-US" dirty="0" err="1"/>
              <a:t>urilor</a:t>
            </a:r>
            <a:r>
              <a:rPr lang="en-US" dirty="0"/>
              <a:t> </a:t>
            </a:r>
            <a:r>
              <a:rPr lang="en-US" dirty="0" err="1"/>
              <a:t>speciale</a:t>
            </a:r>
            <a:r>
              <a:rPr lang="en-US" dirty="0"/>
              <a:t> (void)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96" y="1828800"/>
            <a:ext cx="9075296" cy="53783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97" y="2362200"/>
            <a:ext cx="9075297" cy="194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442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00" y="2438400"/>
            <a:ext cx="4038600" cy="3352800"/>
          </a:xfrm>
        </p:spPr>
        <p:txBody>
          <a:bodyPr/>
          <a:lstStyle/>
          <a:p>
            <a:r>
              <a:rPr lang="en-US" sz="1800" dirty="0" err="1"/>
              <a:t>Explicatie</a:t>
            </a:r>
            <a:r>
              <a:rPr lang="en-US" sz="1800" dirty="0"/>
              <a:t>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err="1"/>
              <a:t>Identificăm</a:t>
            </a:r>
            <a:r>
              <a:rPr lang="en-US" sz="1400" b="0" dirty="0"/>
              <a:t> un tag de </a:t>
            </a:r>
            <a:r>
              <a:rPr lang="en-US" sz="1400" b="0" dirty="0" err="1"/>
              <a:t>deschidere</a:t>
            </a:r>
            <a:r>
              <a:rPr lang="en-US" sz="1400" b="0" dirty="0"/>
              <a:t> valid </a:t>
            </a:r>
            <a:r>
              <a:rPr lang="en-US" sz="1400" b="0" dirty="0" err="1"/>
              <a:t>doar</a:t>
            </a:r>
            <a:r>
              <a:rPr lang="en-US" sz="1400" b="0" dirty="0"/>
              <a:t> </a:t>
            </a:r>
            <a:r>
              <a:rPr lang="en-US" sz="1400" b="0" dirty="0" err="1"/>
              <a:t>dacă</a:t>
            </a:r>
            <a:r>
              <a:rPr lang="en-US" sz="1400" b="0" dirty="0"/>
              <a:t>: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400" dirty="0" err="1"/>
              <a:t>Începe</a:t>
            </a:r>
            <a:r>
              <a:rPr lang="en-US" sz="1400" dirty="0"/>
              <a:t> cu &lt;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400" dirty="0"/>
              <a:t>NU </a:t>
            </a:r>
            <a:r>
              <a:rPr lang="en-US" sz="1400" dirty="0" err="1"/>
              <a:t>începe</a:t>
            </a:r>
            <a:r>
              <a:rPr lang="en-US" sz="1400" dirty="0"/>
              <a:t> cu &lt;/ (</a:t>
            </a:r>
            <a:r>
              <a:rPr lang="en-US" sz="1400" dirty="0" err="1"/>
              <a:t>închidere</a:t>
            </a:r>
            <a:r>
              <a:rPr lang="en-US" sz="1400" dirty="0"/>
              <a:t>)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400" dirty="0"/>
              <a:t>NU se </a:t>
            </a:r>
            <a:r>
              <a:rPr lang="en-US" sz="1400" dirty="0" err="1"/>
              <a:t>termină</a:t>
            </a:r>
            <a:r>
              <a:rPr lang="en-US" sz="1400" dirty="0"/>
              <a:t> cu /&gt; (self-closing explicit)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400" dirty="0"/>
              <a:t>NU </a:t>
            </a:r>
            <a:r>
              <a:rPr lang="en-US" sz="1400" dirty="0" err="1"/>
              <a:t>începe</a:t>
            </a:r>
            <a:r>
              <a:rPr lang="en-US" sz="1400" dirty="0"/>
              <a:t> cu &lt;! (</a:t>
            </a:r>
            <a:r>
              <a:rPr lang="en-US" sz="1400" dirty="0" err="1"/>
              <a:t>comentarii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DOCTYPE)</a:t>
            </a:r>
          </a:p>
          <a:p>
            <a:pPr marL="742950" lvl="1" indent="-285750">
              <a:buFont typeface="+mj-lt"/>
              <a:buAutoNum type="arabicParenR"/>
            </a:pPr>
            <a:endParaRPr lang="en-US" sz="1400" b="0" dirty="0"/>
          </a:p>
          <a:p>
            <a:pPr marL="285750" indent="-285750">
              <a:buFont typeface="Arial" pitchFamily="34" charset="0"/>
              <a:buChar char="•"/>
            </a:pPr>
            <a:endParaRPr lang="en-US" sz="1400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95400"/>
          </a:xfrm>
        </p:spPr>
        <p:txBody>
          <a:bodyPr>
            <a:normAutofit fontScale="90000"/>
          </a:bodyPr>
          <a:lstStyle/>
          <a:p>
            <a:r>
              <a:rPr lang="en-US" dirty="0"/>
              <a:t>III. </a:t>
            </a:r>
            <a:r>
              <a:rPr lang="en-US" dirty="0" err="1"/>
              <a:t>Secvente</a:t>
            </a:r>
            <a:r>
              <a:rPr lang="en-US" dirty="0"/>
              <a:t> de cod </a:t>
            </a:r>
            <a:r>
              <a:rPr lang="en-US" dirty="0" err="1"/>
              <a:t>filtrarea</a:t>
            </a:r>
            <a:r>
              <a:rPr lang="en-US" dirty="0"/>
              <a:t> tag-</a:t>
            </a:r>
            <a:r>
              <a:rPr lang="en-US" dirty="0" err="1"/>
              <a:t>urilor</a:t>
            </a:r>
            <a:r>
              <a:rPr lang="en-US" dirty="0"/>
              <a:t> de </a:t>
            </a:r>
            <a:r>
              <a:rPr lang="en-US" dirty="0" err="1"/>
              <a:t>deschidere</a:t>
            </a:r>
            <a:r>
              <a:rPr lang="en-US" dirty="0"/>
              <a:t>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34" y="2895601"/>
            <a:ext cx="4714128" cy="1811448"/>
          </a:xfrm>
        </p:spPr>
      </p:pic>
    </p:spTree>
    <p:extLst>
      <p:ext uri="{BB962C8B-B14F-4D97-AF65-F5344CB8AC3E}">
        <p14:creationId xmlns:p14="http://schemas.microsoft.com/office/powerpoint/2010/main" val="355790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971800"/>
            <a:ext cx="77724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IV. </a:t>
            </a:r>
            <a:r>
              <a:rPr lang="en-US" dirty="0" err="1"/>
              <a:t>Rulare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edge-case-</a:t>
            </a:r>
            <a:r>
              <a:rPr lang="en-US" dirty="0" err="1"/>
              <a:t>uri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704046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</a:t>
            </a:r>
            <a:r>
              <a:rPr lang="en-US" dirty="0" err="1"/>
              <a:t>Rulare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edge-case-</a:t>
            </a:r>
            <a:r>
              <a:rPr lang="en-US" dirty="0" err="1"/>
              <a:t>uri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err="1"/>
              <a:t>Comanda</a:t>
            </a:r>
            <a:r>
              <a:rPr lang="en-US" dirty="0"/>
              <a:t> de </a:t>
            </a:r>
            <a:r>
              <a:rPr lang="en-US" dirty="0" err="1"/>
              <a:t>rulare</a:t>
            </a:r>
            <a:r>
              <a:rPr lang="en-US" dirty="0"/>
              <a:t>: ./script_HTMLPP.sh fisier.html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Edge-Case-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tratate</a:t>
            </a:r>
            <a:r>
              <a:rPr lang="en-US" dirty="0"/>
              <a:t> (</a:t>
            </a:r>
            <a:r>
              <a:rPr lang="en-US" dirty="0" err="1"/>
              <a:t>Cazurile</a:t>
            </a:r>
            <a:r>
              <a:rPr lang="en-US" dirty="0"/>
              <a:t> </a:t>
            </a:r>
            <a:r>
              <a:rPr lang="en-US" dirty="0" err="1"/>
              <a:t>limita</a:t>
            </a:r>
            <a:r>
              <a:rPr lang="en-US" dirty="0"/>
              <a:t>) :</a:t>
            </a:r>
          </a:p>
          <a:p>
            <a:pPr marL="731520" lvl="1" indent="-457200">
              <a:buFont typeface="+mj-lt"/>
              <a:buAutoNum type="arabicParenR"/>
            </a:pPr>
            <a:r>
              <a:rPr lang="en-US" u="sng" dirty="0"/>
              <a:t>Tag-</a:t>
            </a:r>
            <a:r>
              <a:rPr lang="en-US" u="sng" dirty="0" err="1"/>
              <a:t>uri</a:t>
            </a:r>
            <a:r>
              <a:rPr lang="en-US" u="sng" dirty="0"/>
              <a:t> Self-Closing (ex :&lt;</a:t>
            </a:r>
            <a:r>
              <a:rPr lang="en-US" u="sng" dirty="0" err="1"/>
              <a:t>img</a:t>
            </a:r>
            <a:r>
              <a:rPr lang="en-US" u="sng" dirty="0"/>
              <a:t> /&gt; </a:t>
            </a:r>
            <a:r>
              <a:rPr lang="en-US" u="sng" dirty="0" err="1"/>
              <a:t>vs</a:t>
            </a:r>
            <a:r>
              <a:rPr lang="en-US" u="sng" dirty="0"/>
              <a:t> &lt;</a:t>
            </a:r>
            <a:r>
              <a:rPr lang="en-US" u="sng" dirty="0" err="1"/>
              <a:t>img</a:t>
            </a:r>
            <a:r>
              <a:rPr lang="en-US" u="sng" dirty="0"/>
              <a:t>&gt;): </a:t>
            </a:r>
            <a:r>
              <a:rPr lang="en-US" dirty="0" err="1"/>
              <a:t>Scriptul</a:t>
            </a:r>
            <a:r>
              <a:rPr lang="en-US" dirty="0"/>
              <a:t> le </a:t>
            </a:r>
            <a:r>
              <a:rPr lang="en-US" dirty="0" err="1"/>
              <a:t>tratează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 (</a:t>
            </a:r>
            <a:r>
              <a:rPr lang="en-US" dirty="0" err="1"/>
              <a:t>primul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verificarea</a:t>
            </a:r>
            <a:r>
              <a:rPr lang="en-US" dirty="0"/>
              <a:t> </a:t>
            </a:r>
            <a:r>
              <a:rPr lang="en-US" dirty="0" err="1"/>
              <a:t>sufixului</a:t>
            </a:r>
            <a:r>
              <a:rPr lang="en-US" dirty="0"/>
              <a:t> /&gt;, al </a:t>
            </a:r>
            <a:r>
              <a:rPr lang="en-US" dirty="0" err="1"/>
              <a:t>doilea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VOID_TAGS).</a:t>
            </a:r>
          </a:p>
          <a:p>
            <a:pPr marL="731520" lvl="1" indent="-457200">
              <a:buFont typeface="+mj-lt"/>
              <a:buAutoNum type="arabicParenR"/>
            </a:pPr>
            <a:r>
              <a:rPr lang="en-US" u="sng" dirty="0" err="1"/>
              <a:t>Comentarii</a:t>
            </a:r>
            <a:r>
              <a:rPr lang="en-US" u="sng" dirty="0"/>
              <a:t> </a:t>
            </a:r>
            <a:r>
              <a:rPr lang="en-US" u="sng" dirty="0" err="1"/>
              <a:t>și</a:t>
            </a:r>
            <a:r>
              <a:rPr lang="en-US" u="sng" dirty="0"/>
              <a:t> </a:t>
            </a:r>
            <a:r>
              <a:rPr lang="en-US" u="sng" dirty="0" err="1"/>
              <a:t>Doctype</a:t>
            </a:r>
            <a:r>
              <a:rPr lang="en-US" u="sng" dirty="0"/>
              <a:t>: </a:t>
            </a:r>
            <a:r>
              <a:rPr lang="en-US" dirty="0" err="1"/>
              <a:t>Liniile</a:t>
            </a:r>
            <a:r>
              <a:rPr lang="en-US" dirty="0"/>
              <a:t> care </a:t>
            </a:r>
            <a:r>
              <a:rPr lang="en-US" dirty="0" err="1"/>
              <a:t>încep</a:t>
            </a:r>
            <a:r>
              <a:rPr lang="en-US" dirty="0"/>
              <a:t> cu &lt;!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ignorate</a:t>
            </a:r>
            <a:r>
              <a:rPr lang="en-US" dirty="0"/>
              <a:t> de la </a:t>
            </a:r>
            <a:r>
              <a:rPr lang="en-US" dirty="0" err="1"/>
              <a:t>indentare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nu </a:t>
            </a:r>
            <a:r>
              <a:rPr lang="en-US" dirty="0" err="1"/>
              <a:t>strica</a:t>
            </a:r>
            <a:r>
              <a:rPr lang="en-US" dirty="0"/>
              <a:t> </a:t>
            </a:r>
            <a:r>
              <a:rPr lang="en-US" dirty="0" err="1"/>
              <a:t>structura</a:t>
            </a:r>
            <a:r>
              <a:rPr lang="en-US" dirty="0"/>
              <a:t>.</a:t>
            </a:r>
          </a:p>
          <a:p>
            <a:pPr marL="731520" lvl="1" indent="-457200">
              <a:buFont typeface="+mj-lt"/>
              <a:buAutoNum type="arabicParenR"/>
            </a:pPr>
            <a:r>
              <a:rPr lang="en-US" u="sng" dirty="0"/>
              <a:t>HTML Invalid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are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tag-</a:t>
            </a:r>
            <a:r>
              <a:rPr lang="en-US" dirty="0" err="1"/>
              <a:t>uri</a:t>
            </a:r>
            <a:r>
              <a:rPr lang="en-US" dirty="0"/>
              <a:t> de </a:t>
            </a:r>
            <a:r>
              <a:rPr lang="en-US" dirty="0" err="1"/>
              <a:t>închidere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de </a:t>
            </a:r>
            <a:r>
              <a:rPr lang="en-US" dirty="0" err="1"/>
              <a:t>deschidere</a:t>
            </a:r>
            <a:r>
              <a:rPr lang="en-US" dirty="0"/>
              <a:t>, </a:t>
            </a:r>
            <a:r>
              <a:rPr lang="en-US" dirty="0" err="1"/>
              <a:t>protecția</a:t>
            </a:r>
            <a:r>
              <a:rPr lang="en-US" dirty="0"/>
              <a:t> [ $</a:t>
            </a:r>
            <a:r>
              <a:rPr lang="en-US" dirty="0" err="1"/>
              <a:t>nivel</a:t>
            </a:r>
            <a:r>
              <a:rPr lang="en-US" dirty="0"/>
              <a:t> -</a:t>
            </a:r>
            <a:r>
              <a:rPr lang="en-US" dirty="0" err="1"/>
              <a:t>lt</a:t>
            </a:r>
            <a:r>
              <a:rPr lang="en-US" dirty="0"/>
              <a:t> 0 ] </a:t>
            </a:r>
            <a:r>
              <a:rPr lang="en-US" dirty="0" err="1"/>
              <a:t>resetează</a:t>
            </a:r>
            <a:r>
              <a:rPr lang="en-US" dirty="0"/>
              <a:t> </a:t>
            </a:r>
            <a:r>
              <a:rPr lang="en-US" dirty="0" err="1"/>
              <a:t>nivelul</a:t>
            </a:r>
            <a:r>
              <a:rPr lang="en-US" dirty="0"/>
              <a:t> la 0, </a:t>
            </a:r>
            <a:r>
              <a:rPr lang="en-US" dirty="0" err="1"/>
              <a:t>prevenind</a:t>
            </a:r>
            <a:r>
              <a:rPr lang="en-US" dirty="0"/>
              <a:t> </a:t>
            </a:r>
            <a:r>
              <a:rPr lang="en-US" dirty="0" err="1"/>
              <a:t>erorile</a:t>
            </a:r>
            <a:r>
              <a:rPr lang="en-US" dirty="0"/>
              <a:t>.</a:t>
            </a:r>
          </a:p>
          <a:p>
            <a:pPr marL="731520" lvl="1" indent="-457200">
              <a:buFont typeface="+mj-lt"/>
              <a:buAutoNum type="arabicParenR"/>
            </a:pPr>
            <a:r>
              <a:rPr lang="en-US" u="sng" dirty="0"/>
              <a:t>Case Insensitivity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tr</a:t>
            </a:r>
            <a:r>
              <a:rPr lang="en-US" dirty="0"/>
              <a:t> '[:upper:]' '[:lower:]' </a:t>
            </a:r>
            <a:r>
              <a:rPr lang="en-US" dirty="0" err="1"/>
              <a:t>asigură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&lt;DIV&gt;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recunoscut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&lt;div&gt;.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409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590800"/>
            <a:ext cx="7772400" cy="1524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V. </a:t>
            </a:r>
            <a:r>
              <a:rPr lang="en-US" dirty="0" err="1"/>
              <a:t>Concluzii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contributii</a:t>
            </a:r>
            <a:r>
              <a:rPr lang="en-US" dirty="0"/>
              <a:t> </a:t>
            </a:r>
            <a:r>
              <a:rPr lang="en-US" dirty="0" err="1"/>
              <a:t>individuale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304843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600"/>
          </a:xfrm>
        </p:spPr>
        <p:txBody>
          <a:bodyPr>
            <a:normAutofit/>
          </a:bodyPr>
          <a:lstStyle/>
          <a:p>
            <a:r>
              <a:rPr lang="en-US" dirty="0"/>
              <a:t>V. </a:t>
            </a:r>
            <a:r>
              <a:rPr lang="en-US" dirty="0" err="1"/>
              <a:t>Concluzii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contributii</a:t>
            </a:r>
            <a:r>
              <a:rPr lang="en-US" dirty="0"/>
              <a:t> </a:t>
            </a:r>
            <a:r>
              <a:rPr lang="en-US" dirty="0" err="1"/>
              <a:t>individuale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648200"/>
          </a:xfrm>
        </p:spPr>
        <p:txBody>
          <a:bodyPr>
            <a:normAutofit fontScale="62500" lnSpcReduction="20000"/>
          </a:bodyPr>
          <a:lstStyle/>
          <a:p>
            <a:r>
              <a:rPr lang="en-US" sz="3200" dirty="0" err="1"/>
              <a:t>Concluzii</a:t>
            </a:r>
            <a:r>
              <a:rPr lang="en-US" sz="3200" dirty="0"/>
              <a:t>:</a:t>
            </a:r>
          </a:p>
          <a:p>
            <a:pPr lvl="1"/>
            <a:r>
              <a:rPr lang="en-US" sz="2200" dirty="0" err="1"/>
              <a:t>Scriptul</a:t>
            </a:r>
            <a:r>
              <a:rPr lang="en-US" sz="2200" dirty="0"/>
              <a:t> </a:t>
            </a:r>
            <a:r>
              <a:rPr lang="en-US" sz="2200" dirty="0" err="1"/>
              <a:t>realizează</a:t>
            </a:r>
            <a:r>
              <a:rPr lang="en-US" sz="2200" dirty="0"/>
              <a:t> o </a:t>
            </a:r>
            <a:r>
              <a:rPr lang="en-US" sz="2200" dirty="0" err="1"/>
              <a:t>formatare</a:t>
            </a:r>
            <a:r>
              <a:rPr lang="en-US" sz="2200" dirty="0"/>
              <a:t> </a:t>
            </a:r>
            <a:r>
              <a:rPr lang="en-US" sz="2200" dirty="0" err="1"/>
              <a:t>corectă</a:t>
            </a:r>
            <a:r>
              <a:rPr lang="en-US" sz="2200" dirty="0"/>
              <a:t> a </a:t>
            </a:r>
            <a:r>
              <a:rPr lang="en-US" sz="2200" dirty="0" err="1"/>
              <a:t>codului</a:t>
            </a:r>
            <a:r>
              <a:rPr lang="en-US" sz="2200" dirty="0"/>
              <a:t> HTML, </a:t>
            </a:r>
            <a:r>
              <a:rPr lang="en-US" sz="2200" dirty="0" err="1"/>
              <a:t>gestionând</a:t>
            </a:r>
            <a:r>
              <a:rPr lang="en-US" sz="2200" dirty="0"/>
              <a:t> </a:t>
            </a:r>
            <a:r>
              <a:rPr lang="en-US" sz="2200" dirty="0" err="1"/>
              <a:t>eficient</a:t>
            </a:r>
            <a:r>
              <a:rPr lang="en-US" sz="2200" dirty="0"/>
              <a:t> </a:t>
            </a:r>
            <a:r>
              <a:rPr lang="en-US" sz="2200" dirty="0" err="1"/>
              <a:t>structurile</a:t>
            </a:r>
            <a:r>
              <a:rPr lang="en-US" sz="2200" dirty="0"/>
              <a:t> imbricate.</a:t>
            </a:r>
          </a:p>
          <a:p>
            <a:pPr lvl="1"/>
            <a:r>
              <a:rPr lang="en-US" sz="2200" dirty="0"/>
              <a:t>Am </a:t>
            </a:r>
            <a:r>
              <a:rPr lang="en-US" sz="2200" dirty="0" err="1"/>
              <a:t>optimizat</a:t>
            </a:r>
            <a:r>
              <a:rPr lang="en-US" sz="2200" dirty="0"/>
              <a:t> </a:t>
            </a:r>
            <a:r>
              <a:rPr lang="en-US" sz="2200" dirty="0" err="1"/>
              <a:t>viteza</a:t>
            </a:r>
            <a:r>
              <a:rPr lang="en-US" sz="2200" dirty="0"/>
              <a:t> de </a:t>
            </a:r>
            <a:r>
              <a:rPr lang="en-US" sz="2200" dirty="0" err="1"/>
              <a:t>execuție</a:t>
            </a:r>
            <a:r>
              <a:rPr lang="en-US" sz="2200" dirty="0"/>
              <a:t> </a:t>
            </a:r>
            <a:r>
              <a:rPr lang="en-US" sz="2200" dirty="0" err="1"/>
              <a:t>folosind</a:t>
            </a:r>
            <a:r>
              <a:rPr lang="en-US" sz="2200" dirty="0"/>
              <a:t> </a:t>
            </a:r>
            <a:r>
              <a:rPr lang="en-US" sz="2200" dirty="0" err="1"/>
              <a:t>funcții</a:t>
            </a:r>
            <a:r>
              <a:rPr lang="en-US" sz="2200" dirty="0"/>
              <a:t> native Bash (Parameter Expansion)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manipularea</a:t>
            </a:r>
            <a:r>
              <a:rPr lang="en-US" sz="2200" dirty="0"/>
              <a:t> string-</a:t>
            </a:r>
            <a:r>
              <a:rPr lang="en-US" sz="2200" dirty="0" err="1"/>
              <a:t>urilor</a:t>
            </a:r>
            <a:r>
              <a:rPr lang="en-US" sz="2200" dirty="0"/>
              <a:t>, </a:t>
            </a:r>
            <a:r>
              <a:rPr lang="en-US" sz="2200" dirty="0" err="1"/>
              <a:t>în</a:t>
            </a:r>
            <a:r>
              <a:rPr lang="en-US" sz="2200" dirty="0"/>
              <a:t> loc </a:t>
            </a:r>
            <a:r>
              <a:rPr lang="en-US" sz="2200" dirty="0" err="1"/>
              <a:t>să</a:t>
            </a:r>
            <a:r>
              <a:rPr lang="en-US" sz="2200" dirty="0"/>
              <a:t> </a:t>
            </a:r>
            <a:r>
              <a:rPr lang="en-US" sz="2200" dirty="0" err="1"/>
              <a:t>apelăm</a:t>
            </a:r>
            <a:r>
              <a:rPr lang="en-US" sz="2200" dirty="0"/>
              <a:t> </a:t>
            </a:r>
            <a:r>
              <a:rPr lang="en-US" sz="2200" dirty="0" err="1"/>
              <a:t>procese</a:t>
            </a:r>
            <a:r>
              <a:rPr lang="en-US" sz="2200" dirty="0"/>
              <a:t> externe.</a:t>
            </a:r>
          </a:p>
          <a:p>
            <a:pPr lvl="1"/>
            <a:r>
              <a:rPr lang="en-US" sz="2200" dirty="0" err="1"/>
              <a:t>Codul</a:t>
            </a:r>
            <a:r>
              <a:rPr lang="en-US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modular </a:t>
            </a:r>
            <a:r>
              <a:rPr lang="en-US" sz="2200" dirty="0" err="1"/>
              <a:t>și</a:t>
            </a:r>
            <a:r>
              <a:rPr lang="en-US" sz="2200" dirty="0"/>
              <a:t> </a:t>
            </a:r>
            <a:r>
              <a:rPr lang="en-US" sz="2200" dirty="0" err="1"/>
              <a:t>separă</a:t>
            </a:r>
            <a:r>
              <a:rPr lang="en-US" sz="2200" dirty="0"/>
              <a:t> </a:t>
            </a:r>
            <a:r>
              <a:rPr lang="en-US" sz="2200" dirty="0" err="1"/>
              <a:t>clar</a:t>
            </a:r>
            <a:r>
              <a:rPr lang="en-US" sz="2200" dirty="0"/>
              <a:t> </a:t>
            </a:r>
            <a:r>
              <a:rPr lang="en-US" sz="2200" dirty="0" err="1"/>
              <a:t>etapa</a:t>
            </a:r>
            <a:r>
              <a:rPr lang="en-US" sz="2200" dirty="0"/>
              <a:t> de </a:t>
            </a:r>
            <a:r>
              <a:rPr lang="en-US" sz="2200" dirty="0" err="1"/>
              <a:t>pregătire</a:t>
            </a:r>
            <a:r>
              <a:rPr lang="en-US" sz="2200" dirty="0"/>
              <a:t> a </a:t>
            </a:r>
            <a:r>
              <a:rPr lang="en-US" sz="2200" dirty="0" err="1"/>
              <a:t>datelor</a:t>
            </a:r>
            <a:r>
              <a:rPr lang="en-US" sz="2200" dirty="0"/>
              <a:t> de </a:t>
            </a:r>
            <a:r>
              <a:rPr lang="en-US" sz="2200" dirty="0" err="1"/>
              <a:t>logica</a:t>
            </a:r>
            <a:r>
              <a:rPr lang="en-US" sz="2200" dirty="0"/>
              <a:t> </a:t>
            </a:r>
            <a:r>
              <a:rPr lang="en-US" sz="2200" dirty="0" err="1"/>
              <a:t>algoritmică</a:t>
            </a:r>
            <a:r>
              <a:rPr lang="en-US" sz="2200" dirty="0"/>
              <a:t>.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sz="3200" dirty="0" err="1"/>
              <a:t>Contribuții</a:t>
            </a:r>
            <a:r>
              <a:rPr lang="en-US" sz="3200" dirty="0"/>
              <a:t> Echipă:</a:t>
            </a:r>
          </a:p>
          <a:p>
            <a:pPr lvl="1"/>
            <a:r>
              <a:rPr lang="en-US" sz="2200" b="1" dirty="0"/>
              <a:t>Balaban Nicolae Adrian (</a:t>
            </a:r>
            <a:r>
              <a:rPr lang="en-US" sz="2200" b="1" dirty="0" err="1"/>
              <a:t>Arhitectură</a:t>
            </a:r>
            <a:r>
              <a:rPr lang="en-US" sz="2200" b="1" dirty="0"/>
              <a:t> &amp; Pre-</a:t>
            </a:r>
            <a:r>
              <a:rPr lang="en-US" sz="2200" b="1" dirty="0" err="1"/>
              <a:t>procesare</a:t>
            </a:r>
            <a:r>
              <a:rPr lang="en-US" sz="2200" b="1" dirty="0"/>
              <a:t>):</a:t>
            </a:r>
            <a:endParaRPr lang="en-US" sz="2200" dirty="0"/>
          </a:p>
          <a:p>
            <a:pPr lvl="2"/>
            <a:r>
              <a:rPr lang="en-US" sz="2200" dirty="0" err="1"/>
              <a:t>Gestionarea</a:t>
            </a:r>
            <a:r>
              <a:rPr lang="en-US" sz="2200" dirty="0"/>
              <a:t> </a:t>
            </a:r>
            <a:r>
              <a:rPr lang="en-US" sz="2200" dirty="0" err="1"/>
              <a:t>argumentelor</a:t>
            </a:r>
            <a:r>
              <a:rPr lang="en-US" sz="2200" dirty="0"/>
              <a:t> </a:t>
            </a:r>
            <a:r>
              <a:rPr lang="en-US" sz="2200" dirty="0" err="1"/>
              <a:t>și</a:t>
            </a:r>
            <a:r>
              <a:rPr lang="en-US" sz="2200" dirty="0"/>
              <a:t> </a:t>
            </a:r>
            <a:r>
              <a:rPr lang="en-US" sz="2200" dirty="0" err="1"/>
              <a:t>configurarea</a:t>
            </a:r>
            <a:r>
              <a:rPr lang="en-US" sz="2200" dirty="0"/>
              <a:t> </a:t>
            </a:r>
            <a:r>
              <a:rPr lang="en-US" sz="2200" dirty="0" err="1"/>
              <a:t>variabilelor</a:t>
            </a:r>
            <a:r>
              <a:rPr lang="en-US" sz="2200" dirty="0"/>
              <a:t> </a:t>
            </a:r>
            <a:r>
              <a:rPr lang="en-US" sz="2200" dirty="0" err="1"/>
              <a:t>globale</a:t>
            </a:r>
            <a:r>
              <a:rPr lang="en-US" sz="2200" dirty="0"/>
              <a:t> (VOID_TAGS).</a:t>
            </a:r>
          </a:p>
          <a:p>
            <a:pPr lvl="2"/>
            <a:r>
              <a:rPr lang="en-US" sz="2200" dirty="0" err="1"/>
              <a:t>Implementarea</a:t>
            </a:r>
            <a:r>
              <a:rPr lang="en-US" sz="2200" dirty="0"/>
              <a:t> pipeline-</a:t>
            </a:r>
            <a:r>
              <a:rPr lang="en-US" sz="2200" dirty="0" err="1"/>
              <a:t>ului</a:t>
            </a:r>
            <a:r>
              <a:rPr lang="en-US" sz="2200" dirty="0"/>
              <a:t> cu sed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spargerea</a:t>
            </a:r>
            <a:r>
              <a:rPr lang="en-US" sz="2200" dirty="0"/>
              <a:t> </a:t>
            </a:r>
            <a:r>
              <a:rPr lang="en-US" sz="2200" dirty="0" err="1"/>
              <a:t>liniilor</a:t>
            </a:r>
            <a:r>
              <a:rPr lang="en-US" sz="2200" dirty="0"/>
              <a:t>.</a:t>
            </a:r>
          </a:p>
          <a:p>
            <a:pPr lvl="2"/>
            <a:r>
              <a:rPr lang="en-US" sz="2200" dirty="0" err="1"/>
              <a:t>Curățarea</a:t>
            </a:r>
            <a:r>
              <a:rPr lang="en-US" sz="2200" dirty="0"/>
              <a:t> </a:t>
            </a:r>
            <a:r>
              <a:rPr lang="en-US" sz="2200" dirty="0" err="1"/>
              <a:t>spațiilor</a:t>
            </a:r>
            <a:r>
              <a:rPr lang="en-US" sz="2200" dirty="0"/>
              <a:t> (</a:t>
            </a:r>
            <a:r>
              <a:rPr lang="en-US" sz="2200" dirty="0" err="1"/>
              <a:t>funcția</a:t>
            </a:r>
            <a:r>
              <a:rPr lang="en-US" sz="2200" dirty="0"/>
              <a:t> de </a:t>
            </a:r>
            <a:r>
              <a:rPr lang="en-US" sz="2200" b="1" dirty="0"/>
              <a:t>Trim</a:t>
            </a:r>
            <a:r>
              <a:rPr lang="en-US" sz="2200" dirty="0"/>
              <a:t>) </a:t>
            </a:r>
            <a:r>
              <a:rPr lang="en-US" sz="2200" dirty="0" err="1"/>
              <a:t>folosind</a:t>
            </a:r>
            <a:r>
              <a:rPr lang="en-US" sz="2200" dirty="0"/>
              <a:t> </a:t>
            </a:r>
            <a:r>
              <a:rPr lang="en-US" sz="2200" dirty="0" err="1"/>
              <a:t>sintaxa</a:t>
            </a:r>
            <a:r>
              <a:rPr lang="en-US" sz="2200" dirty="0"/>
              <a:t> </a:t>
            </a:r>
            <a:r>
              <a:rPr lang="en-US" sz="2200" dirty="0" err="1"/>
              <a:t>nativă</a:t>
            </a:r>
            <a:r>
              <a:rPr lang="en-US" sz="2200" dirty="0"/>
              <a:t> Bash ${</a:t>
            </a:r>
            <a:r>
              <a:rPr lang="en-US" sz="2200" dirty="0" err="1"/>
              <a:t>linie</a:t>
            </a:r>
            <a:r>
              <a:rPr lang="en-US" sz="2200" dirty="0"/>
              <a:t>#...}.</a:t>
            </a:r>
          </a:p>
          <a:p>
            <a:pPr lvl="2"/>
            <a:r>
              <a:rPr lang="en-US" sz="2200" dirty="0" err="1"/>
              <a:t>Funcția</a:t>
            </a:r>
            <a:r>
              <a:rPr lang="en-US" sz="2200" dirty="0"/>
              <a:t> </a:t>
            </a:r>
            <a:r>
              <a:rPr lang="en-US" sz="2200" dirty="0" err="1"/>
              <a:t>utilitară</a:t>
            </a:r>
            <a:r>
              <a:rPr lang="en-US" sz="2200" dirty="0"/>
              <a:t> </a:t>
            </a:r>
            <a:r>
              <a:rPr lang="en-US" sz="2200" dirty="0" err="1"/>
              <a:t>printeaza_indentare</a:t>
            </a:r>
            <a:r>
              <a:rPr lang="en-US" sz="2200" dirty="0"/>
              <a:t>.</a:t>
            </a:r>
          </a:p>
          <a:p>
            <a:pPr lvl="1"/>
            <a:r>
              <a:rPr lang="en-US" sz="2200" b="1" dirty="0"/>
              <a:t>Lupu Mattias Andrea(</a:t>
            </a:r>
            <a:r>
              <a:rPr lang="en-US" sz="2200" b="1" dirty="0" err="1"/>
              <a:t>Logică</a:t>
            </a:r>
            <a:r>
              <a:rPr lang="en-US" sz="2200" b="1" dirty="0"/>
              <a:t> </a:t>
            </a:r>
            <a:r>
              <a:rPr lang="en-US" sz="2200" b="1" dirty="0" err="1"/>
              <a:t>Algoritmică</a:t>
            </a:r>
            <a:r>
              <a:rPr lang="en-US" sz="2200" b="1" dirty="0"/>
              <a:t> &amp; State Management):</a:t>
            </a:r>
            <a:endParaRPr lang="en-US" sz="2200" dirty="0"/>
          </a:p>
          <a:p>
            <a:pPr lvl="2"/>
            <a:r>
              <a:rPr lang="en-US" sz="2200" dirty="0" err="1"/>
              <a:t>Implementarea</a:t>
            </a:r>
            <a:r>
              <a:rPr lang="en-US" sz="2200" dirty="0"/>
              <a:t> </a:t>
            </a:r>
            <a:r>
              <a:rPr lang="en-US" sz="2200" dirty="0" err="1"/>
              <a:t>logicii</a:t>
            </a:r>
            <a:r>
              <a:rPr lang="en-US" sz="2200" dirty="0"/>
              <a:t> de </a:t>
            </a:r>
            <a:r>
              <a:rPr lang="en-US" sz="2200" dirty="0" err="1"/>
              <a:t>modificare</a:t>
            </a:r>
            <a:r>
              <a:rPr lang="en-US" sz="2200" dirty="0"/>
              <a:t> a </a:t>
            </a:r>
            <a:r>
              <a:rPr lang="en-US" sz="2200" dirty="0" err="1"/>
              <a:t>nivelului</a:t>
            </a:r>
            <a:r>
              <a:rPr lang="en-US" sz="2200" dirty="0"/>
              <a:t> (</a:t>
            </a:r>
            <a:r>
              <a:rPr lang="en-US" sz="2200" dirty="0" err="1"/>
              <a:t>incrementare</a:t>
            </a:r>
            <a:r>
              <a:rPr lang="en-US" sz="2200" dirty="0"/>
              <a:t> la </a:t>
            </a:r>
            <a:r>
              <a:rPr lang="en-US" sz="2200" dirty="0" err="1"/>
              <a:t>deschidere</a:t>
            </a:r>
            <a:r>
              <a:rPr lang="en-US" sz="2200" dirty="0"/>
              <a:t>, </a:t>
            </a:r>
            <a:r>
              <a:rPr lang="en-US" sz="2200" dirty="0" err="1"/>
              <a:t>decrementare</a:t>
            </a:r>
            <a:r>
              <a:rPr lang="en-US" sz="2200" dirty="0"/>
              <a:t> la </a:t>
            </a:r>
            <a:r>
              <a:rPr lang="en-US" sz="2200" dirty="0" err="1"/>
              <a:t>închidere</a:t>
            </a:r>
            <a:r>
              <a:rPr lang="en-US" sz="2200" dirty="0"/>
              <a:t>).</a:t>
            </a:r>
          </a:p>
          <a:p>
            <a:pPr lvl="2"/>
            <a:r>
              <a:rPr lang="en-US" sz="2200" dirty="0" err="1"/>
              <a:t>Filtrerea</a:t>
            </a:r>
            <a:r>
              <a:rPr lang="en-US" sz="2200" dirty="0"/>
              <a:t> </a:t>
            </a:r>
            <a:r>
              <a:rPr lang="en-US" sz="2200" dirty="0" err="1"/>
              <a:t>cazurilor</a:t>
            </a:r>
            <a:r>
              <a:rPr lang="en-US" sz="2200" dirty="0"/>
              <a:t> </a:t>
            </a:r>
            <a:r>
              <a:rPr lang="en-US" sz="2200" dirty="0" err="1"/>
              <a:t>speciale</a:t>
            </a:r>
            <a:r>
              <a:rPr lang="en-US" sz="2200" dirty="0"/>
              <a:t>: </a:t>
            </a:r>
            <a:r>
              <a:rPr lang="en-US" sz="2200" dirty="0" err="1"/>
              <a:t>excluderea</a:t>
            </a:r>
            <a:r>
              <a:rPr lang="en-US" sz="2200" dirty="0"/>
              <a:t> tag-</a:t>
            </a:r>
            <a:r>
              <a:rPr lang="en-US" sz="2200" dirty="0" err="1"/>
              <a:t>urilor</a:t>
            </a:r>
            <a:r>
              <a:rPr lang="en-US" sz="2200" dirty="0"/>
              <a:t> self-closing (/&gt;) </a:t>
            </a:r>
            <a:r>
              <a:rPr lang="en-US" sz="2200" dirty="0" err="1"/>
              <a:t>și</a:t>
            </a:r>
            <a:r>
              <a:rPr lang="en-US" sz="2200" dirty="0"/>
              <a:t> a </a:t>
            </a:r>
            <a:r>
              <a:rPr lang="en-US" sz="2200" dirty="0" err="1"/>
              <a:t>comentariilor</a:t>
            </a:r>
            <a:r>
              <a:rPr lang="en-US" sz="2200" dirty="0"/>
              <a:t> (&lt;!).</a:t>
            </a:r>
          </a:p>
          <a:p>
            <a:pPr lvl="2"/>
            <a:r>
              <a:rPr lang="en-US" sz="2200" dirty="0" err="1"/>
              <a:t>Parsarea</a:t>
            </a:r>
            <a:r>
              <a:rPr lang="en-US" sz="2200" dirty="0"/>
              <a:t> </a:t>
            </a:r>
            <a:r>
              <a:rPr lang="en-US" sz="2200" dirty="0" err="1"/>
              <a:t>numelui</a:t>
            </a:r>
            <a:r>
              <a:rPr lang="en-US" sz="2200" dirty="0"/>
              <a:t> de tag </a:t>
            </a:r>
            <a:r>
              <a:rPr lang="en-US" sz="2200" dirty="0" err="1"/>
              <a:t>și</a:t>
            </a:r>
            <a:r>
              <a:rPr lang="en-US" sz="2200" dirty="0"/>
              <a:t> </a:t>
            </a:r>
            <a:r>
              <a:rPr lang="en-US" sz="2200" dirty="0" err="1"/>
              <a:t>verificarea</a:t>
            </a:r>
            <a:r>
              <a:rPr lang="en-US" sz="2200" dirty="0"/>
              <a:t> </a:t>
            </a:r>
            <a:r>
              <a:rPr lang="en-US" sz="2200" dirty="0" err="1"/>
              <a:t>acestuia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lista</a:t>
            </a:r>
            <a:r>
              <a:rPr lang="en-US" sz="2200" dirty="0"/>
              <a:t> de </a:t>
            </a:r>
            <a:r>
              <a:rPr lang="en-US" sz="2200" dirty="0" err="1"/>
              <a:t>excepții</a:t>
            </a:r>
            <a:r>
              <a:rPr lang="en-US" sz="2200" dirty="0"/>
              <a:t> (VOID_TAGS).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902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147</TotalTime>
  <Words>719</Words>
  <Application>Microsoft Office PowerPoint</Application>
  <PresentationFormat>On-screen Show (4:3)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Arial Black</vt:lpstr>
      <vt:lpstr>Essential</vt:lpstr>
      <vt:lpstr>HTML Pretty Printer - Formator Automat de Cod</vt:lpstr>
      <vt:lpstr>I. Rezumat si repository</vt:lpstr>
      <vt:lpstr>II. Descrierea utilitarelor</vt:lpstr>
      <vt:lpstr>II. Descrierea utilitarelor 1</vt:lpstr>
      <vt:lpstr>II. Descrierea utilitarelor 2</vt:lpstr>
      <vt:lpstr>III. Secvente de cod</vt:lpstr>
      <vt:lpstr>III. Secvente de cod Preprocesarea</vt:lpstr>
      <vt:lpstr>III. Secvente de cod Functia de indentare</vt:lpstr>
      <vt:lpstr>III. Secvente de cod Logica de inchidere</vt:lpstr>
      <vt:lpstr>III. Secvente de cod Gestionarea tag-urilor speciale (void)</vt:lpstr>
      <vt:lpstr>III. Secvente de cod filtrarea tag-urilor de deschidere </vt:lpstr>
      <vt:lpstr>IV. Rulare si edge-case-uri</vt:lpstr>
      <vt:lpstr>IV. Rulare si edge-case-uri</vt:lpstr>
      <vt:lpstr>V. Concluzii si contributii individuale</vt:lpstr>
      <vt:lpstr>V. Concluzii si contributii individuale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Pretty Printer - Formator Automat de Cod</dc:title>
  <dc:creator>Adrian</dc:creator>
  <cp:lastModifiedBy>MATTIAS ANDREA LUPU</cp:lastModifiedBy>
  <cp:revision>10</cp:revision>
  <dcterms:created xsi:type="dcterms:W3CDTF">2006-08-16T00:00:00Z</dcterms:created>
  <dcterms:modified xsi:type="dcterms:W3CDTF">2026-01-09T13:00:16Z</dcterms:modified>
</cp:coreProperties>
</file>